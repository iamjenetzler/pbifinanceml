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67" r:id="rId5"/>
  </p:sldMasterIdLst>
  <p:notesMasterIdLst>
    <p:notesMasterId r:id="rId15"/>
  </p:notesMasterIdLst>
  <p:handoutMasterIdLst>
    <p:handoutMasterId r:id="rId16"/>
  </p:handoutMasterIdLst>
  <p:sldIdLst>
    <p:sldId id="256" r:id="rId6"/>
    <p:sldId id="2147469449" r:id="rId7"/>
    <p:sldId id="2147469450" r:id="rId8"/>
    <p:sldId id="2147469451" r:id="rId9"/>
    <p:sldId id="2147469456" r:id="rId10"/>
    <p:sldId id="2147469462" r:id="rId11"/>
    <p:sldId id="2147469457" r:id="rId12"/>
    <p:sldId id="2147469459" r:id="rId13"/>
    <p:sldId id="21474694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Overview" id="{B9B51309-D148-4332-87C2-07BE32FBCA3B}">
          <p14:sldIdLst>
            <p14:sldId id="2147469449"/>
            <p14:sldId id="2147469450"/>
            <p14:sldId id="2147469451"/>
            <p14:sldId id="2147469456"/>
            <p14:sldId id="2147469462"/>
            <p14:sldId id="2147469457"/>
            <p14:sldId id="2147469459"/>
            <p14:sldId id="2147469461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DD462F"/>
    <a:srgbClr val="404040"/>
    <a:srgbClr val="FF9B45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7" autoAdjust="0"/>
    <p:restoredTop sz="94241" autoAdjust="0"/>
  </p:normalViewPr>
  <p:slideViewPr>
    <p:cSldViewPr snapToGrid="0">
      <p:cViewPr varScale="1">
        <p:scale>
          <a:sx n="98" d="100"/>
          <a:sy n="98" d="100"/>
        </p:scale>
        <p:origin x="78" y="28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51AF0B-7566-4F93-8F11-60EF397E1FDB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50EE7B2-107F-4FA8-AEC4-5B18227583F3}">
      <dgm:prSet/>
      <dgm:spPr/>
      <dgm:t>
        <a:bodyPr/>
        <a:lstStyle/>
        <a:p>
          <a:r>
            <a:rPr lang="en-US" dirty="0"/>
            <a:t>Introductions</a:t>
          </a:r>
        </a:p>
      </dgm:t>
    </dgm:pt>
    <dgm:pt modelId="{4A84C358-FFB6-4001-A1A7-598455A7C357}" type="parTrans" cxnId="{E198D1FC-DD4E-48EA-80DD-2B02258ABA24}">
      <dgm:prSet/>
      <dgm:spPr/>
      <dgm:t>
        <a:bodyPr/>
        <a:lstStyle/>
        <a:p>
          <a:endParaRPr lang="en-US"/>
        </a:p>
      </dgm:t>
    </dgm:pt>
    <dgm:pt modelId="{77872095-CECC-4A84-AF61-08F08FF42F2E}" type="sibTrans" cxnId="{E198D1FC-DD4E-48EA-80DD-2B02258ABA24}">
      <dgm:prSet/>
      <dgm:spPr/>
      <dgm:t>
        <a:bodyPr/>
        <a:lstStyle/>
        <a:p>
          <a:endParaRPr lang="en-US"/>
        </a:p>
      </dgm:t>
    </dgm:pt>
    <dgm:pt modelId="{FFFB07CA-DB4A-4CCE-B0CC-4118AEC53030}">
      <dgm:prSet/>
      <dgm:spPr/>
      <dgm:t>
        <a:bodyPr/>
        <a:lstStyle/>
        <a:p>
          <a:r>
            <a:rPr lang="en-US" dirty="0"/>
            <a:t>What are we doing today?</a:t>
          </a:r>
        </a:p>
      </dgm:t>
    </dgm:pt>
    <dgm:pt modelId="{714F98E8-6E7C-47B0-B986-F34A3763ABBF}" type="parTrans" cxnId="{A1EBAF8A-16D2-49A5-A554-9CA8F3893A14}">
      <dgm:prSet/>
      <dgm:spPr/>
      <dgm:t>
        <a:bodyPr/>
        <a:lstStyle/>
        <a:p>
          <a:endParaRPr lang="en-US"/>
        </a:p>
      </dgm:t>
    </dgm:pt>
    <dgm:pt modelId="{AE5FDEF9-E3B6-4BFD-ACA4-56A76E1277BE}" type="sibTrans" cxnId="{A1EBAF8A-16D2-49A5-A554-9CA8F3893A14}">
      <dgm:prSet/>
      <dgm:spPr/>
      <dgm:t>
        <a:bodyPr/>
        <a:lstStyle/>
        <a:p>
          <a:endParaRPr lang="en-US"/>
        </a:p>
      </dgm:t>
    </dgm:pt>
    <dgm:pt modelId="{3E278269-6BA7-4526-953C-E174BCCDE7C6}">
      <dgm:prSet/>
      <dgm:spPr/>
      <dgm:t>
        <a:bodyPr/>
        <a:lstStyle/>
        <a:p>
          <a:r>
            <a:rPr lang="en-US" dirty="0"/>
            <a:t>Demo</a:t>
          </a:r>
        </a:p>
      </dgm:t>
    </dgm:pt>
    <dgm:pt modelId="{D952F522-0D51-4B4A-8721-F9204EC80B8B}" type="parTrans" cxnId="{BA1864E5-92D2-4A21-BADA-7F5D1D2A0AB0}">
      <dgm:prSet/>
      <dgm:spPr/>
      <dgm:t>
        <a:bodyPr/>
        <a:lstStyle/>
        <a:p>
          <a:endParaRPr lang="en-US"/>
        </a:p>
      </dgm:t>
    </dgm:pt>
    <dgm:pt modelId="{615E7FE1-5CB6-49C3-B4F2-42BFAE1E8323}" type="sibTrans" cxnId="{BA1864E5-92D2-4A21-BADA-7F5D1D2A0AB0}">
      <dgm:prSet/>
      <dgm:spPr/>
      <dgm:t>
        <a:bodyPr/>
        <a:lstStyle/>
        <a:p>
          <a:endParaRPr lang="en-US"/>
        </a:p>
      </dgm:t>
    </dgm:pt>
    <dgm:pt modelId="{FCE64B82-3426-41C8-A8CC-6A25E50342ED}">
      <dgm:prSet/>
      <dgm:spPr/>
      <dgm:t>
        <a:bodyPr/>
        <a:lstStyle/>
        <a:p>
          <a:r>
            <a:rPr lang="en-US" dirty="0"/>
            <a:t>Labs</a:t>
          </a:r>
        </a:p>
      </dgm:t>
    </dgm:pt>
    <dgm:pt modelId="{2E81C5AD-6022-4E78-BBCC-98798BAF5902}" type="parTrans" cxnId="{A89B29C2-75BF-453D-896E-8D1204C3656F}">
      <dgm:prSet/>
      <dgm:spPr/>
      <dgm:t>
        <a:bodyPr/>
        <a:lstStyle/>
        <a:p>
          <a:endParaRPr lang="en-US"/>
        </a:p>
      </dgm:t>
    </dgm:pt>
    <dgm:pt modelId="{1FAC239C-D82E-48F3-9373-59CDCC62F00A}" type="sibTrans" cxnId="{A89B29C2-75BF-453D-896E-8D1204C3656F}">
      <dgm:prSet/>
      <dgm:spPr/>
      <dgm:t>
        <a:bodyPr/>
        <a:lstStyle/>
        <a:p>
          <a:endParaRPr lang="en-US"/>
        </a:p>
      </dgm:t>
    </dgm:pt>
    <dgm:pt modelId="{15EDD0D0-A658-4105-A037-381BFFF04199}">
      <dgm:prSet/>
      <dgm:spPr/>
      <dgm:t>
        <a:bodyPr/>
        <a:lstStyle/>
        <a:p>
          <a:r>
            <a:rPr lang="en-US" dirty="0"/>
            <a:t>Next Steps</a:t>
          </a:r>
        </a:p>
      </dgm:t>
    </dgm:pt>
    <dgm:pt modelId="{DE3D8461-DB06-48F6-BBA6-D92516B03C89}" type="sibTrans" cxnId="{5D176548-1814-4E72-A1A9-CBB373CC6A3E}">
      <dgm:prSet/>
      <dgm:spPr/>
      <dgm:t>
        <a:bodyPr/>
        <a:lstStyle/>
        <a:p>
          <a:endParaRPr lang="en-US"/>
        </a:p>
      </dgm:t>
    </dgm:pt>
    <dgm:pt modelId="{E8F03A0C-54F0-4342-8E8A-10778721ADA8}" type="parTrans" cxnId="{5D176548-1814-4E72-A1A9-CBB373CC6A3E}">
      <dgm:prSet/>
      <dgm:spPr/>
      <dgm:t>
        <a:bodyPr/>
        <a:lstStyle/>
        <a:p>
          <a:endParaRPr lang="en-US"/>
        </a:p>
      </dgm:t>
    </dgm:pt>
    <dgm:pt modelId="{D26C1C84-8B07-4248-A83B-1E4C175CC878}" type="pres">
      <dgm:prSet presAssocID="{7251AF0B-7566-4F93-8F11-60EF397E1FDB}" presName="vert0" presStyleCnt="0">
        <dgm:presLayoutVars>
          <dgm:dir/>
          <dgm:animOne val="branch"/>
          <dgm:animLvl val="lvl"/>
        </dgm:presLayoutVars>
      </dgm:prSet>
      <dgm:spPr/>
    </dgm:pt>
    <dgm:pt modelId="{8FA6C630-A553-4A82-B1EA-DBC9BDC64ACF}" type="pres">
      <dgm:prSet presAssocID="{A50EE7B2-107F-4FA8-AEC4-5B18227583F3}" presName="thickLine" presStyleLbl="alignNode1" presStyleIdx="0" presStyleCnt="5"/>
      <dgm:spPr/>
    </dgm:pt>
    <dgm:pt modelId="{C43F9806-FB53-4FE7-88FE-137DE499FC3E}" type="pres">
      <dgm:prSet presAssocID="{A50EE7B2-107F-4FA8-AEC4-5B18227583F3}" presName="horz1" presStyleCnt="0"/>
      <dgm:spPr/>
    </dgm:pt>
    <dgm:pt modelId="{69062246-CD9D-4A02-9D93-FB5A7BEF7F5E}" type="pres">
      <dgm:prSet presAssocID="{A50EE7B2-107F-4FA8-AEC4-5B18227583F3}" presName="tx1" presStyleLbl="revTx" presStyleIdx="0" presStyleCnt="5"/>
      <dgm:spPr/>
    </dgm:pt>
    <dgm:pt modelId="{4653DEFB-82E1-4FE6-BE04-96AECC375302}" type="pres">
      <dgm:prSet presAssocID="{A50EE7B2-107F-4FA8-AEC4-5B18227583F3}" presName="vert1" presStyleCnt="0"/>
      <dgm:spPr/>
    </dgm:pt>
    <dgm:pt modelId="{33F02D4F-B0FE-44A2-B5CF-A4E7AA9DB681}" type="pres">
      <dgm:prSet presAssocID="{FFFB07CA-DB4A-4CCE-B0CC-4118AEC53030}" presName="thickLine" presStyleLbl="alignNode1" presStyleIdx="1" presStyleCnt="5"/>
      <dgm:spPr/>
    </dgm:pt>
    <dgm:pt modelId="{FF97BA79-D82E-4D92-8190-5D2E4E130D00}" type="pres">
      <dgm:prSet presAssocID="{FFFB07CA-DB4A-4CCE-B0CC-4118AEC53030}" presName="horz1" presStyleCnt="0"/>
      <dgm:spPr/>
    </dgm:pt>
    <dgm:pt modelId="{D393DF67-FB9A-4C1A-BFD4-2B219A67FE65}" type="pres">
      <dgm:prSet presAssocID="{FFFB07CA-DB4A-4CCE-B0CC-4118AEC53030}" presName="tx1" presStyleLbl="revTx" presStyleIdx="1" presStyleCnt="5"/>
      <dgm:spPr/>
    </dgm:pt>
    <dgm:pt modelId="{90FE9521-E0EA-4730-8E29-F24574FEBF59}" type="pres">
      <dgm:prSet presAssocID="{FFFB07CA-DB4A-4CCE-B0CC-4118AEC53030}" presName="vert1" presStyleCnt="0"/>
      <dgm:spPr/>
    </dgm:pt>
    <dgm:pt modelId="{B69555D1-FBB1-40D7-97A0-090854D36856}" type="pres">
      <dgm:prSet presAssocID="{3E278269-6BA7-4526-953C-E174BCCDE7C6}" presName="thickLine" presStyleLbl="alignNode1" presStyleIdx="2" presStyleCnt="5"/>
      <dgm:spPr/>
    </dgm:pt>
    <dgm:pt modelId="{F9E49526-1CE2-4A88-BCCF-370B906F99E7}" type="pres">
      <dgm:prSet presAssocID="{3E278269-6BA7-4526-953C-E174BCCDE7C6}" presName="horz1" presStyleCnt="0"/>
      <dgm:spPr/>
    </dgm:pt>
    <dgm:pt modelId="{3AF5AFCE-FCC3-4879-A8DD-B1129E9D8F02}" type="pres">
      <dgm:prSet presAssocID="{3E278269-6BA7-4526-953C-E174BCCDE7C6}" presName="tx1" presStyleLbl="revTx" presStyleIdx="2" presStyleCnt="5"/>
      <dgm:spPr/>
    </dgm:pt>
    <dgm:pt modelId="{33196AF8-417A-462F-A1C5-924669AE0C86}" type="pres">
      <dgm:prSet presAssocID="{3E278269-6BA7-4526-953C-E174BCCDE7C6}" presName="vert1" presStyleCnt="0"/>
      <dgm:spPr/>
    </dgm:pt>
    <dgm:pt modelId="{309405CB-F955-424A-AAEF-EA022B9CA9C6}" type="pres">
      <dgm:prSet presAssocID="{FCE64B82-3426-41C8-A8CC-6A25E50342ED}" presName="thickLine" presStyleLbl="alignNode1" presStyleIdx="3" presStyleCnt="5"/>
      <dgm:spPr/>
    </dgm:pt>
    <dgm:pt modelId="{272E39D1-81C7-4AD6-8430-531E284908F5}" type="pres">
      <dgm:prSet presAssocID="{FCE64B82-3426-41C8-A8CC-6A25E50342ED}" presName="horz1" presStyleCnt="0"/>
      <dgm:spPr/>
    </dgm:pt>
    <dgm:pt modelId="{50FBEBB6-EC93-4914-BD12-776C8A2E8D0E}" type="pres">
      <dgm:prSet presAssocID="{FCE64B82-3426-41C8-A8CC-6A25E50342ED}" presName="tx1" presStyleLbl="revTx" presStyleIdx="3" presStyleCnt="5"/>
      <dgm:spPr/>
    </dgm:pt>
    <dgm:pt modelId="{5D495263-F941-474E-9B3D-15C69BA8777B}" type="pres">
      <dgm:prSet presAssocID="{FCE64B82-3426-41C8-A8CC-6A25E50342ED}" presName="vert1" presStyleCnt="0"/>
      <dgm:spPr/>
    </dgm:pt>
    <dgm:pt modelId="{DD743449-41C5-4932-9963-2F95558F0038}" type="pres">
      <dgm:prSet presAssocID="{15EDD0D0-A658-4105-A037-381BFFF04199}" presName="thickLine" presStyleLbl="alignNode1" presStyleIdx="4" presStyleCnt="5"/>
      <dgm:spPr/>
    </dgm:pt>
    <dgm:pt modelId="{A077D5D6-6F3D-43FB-8794-8D19053DD3F8}" type="pres">
      <dgm:prSet presAssocID="{15EDD0D0-A658-4105-A037-381BFFF04199}" presName="horz1" presStyleCnt="0"/>
      <dgm:spPr/>
    </dgm:pt>
    <dgm:pt modelId="{0BE303B2-3088-4933-B66B-FF370E8C67FB}" type="pres">
      <dgm:prSet presAssocID="{15EDD0D0-A658-4105-A037-381BFFF04199}" presName="tx1" presStyleLbl="revTx" presStyleIdx="4" presStyleCnt="5"/>
      <dgm:spPr/>
    </dgm:pt>
    <dgm:pt modelId="{F9A17AE3-6234-44C6-961E-37ADCDC4D2BE}" type="pres">
      <dgm:prSet presAssocID="{15EDD0D0-A658-4105-A037-381BFFF04199}" presName="vert1" presStyleCnt="0"/>
      <dgm:spPr/>
    </dgm:pt>
  </dgm:ptLst>
  <dgm:cxnLst>
    <dgm:cxn modelId="{DC74C91E-F5AE-4F53-ABC4-00DFDFBA6B2D}" type="presOf" srcId="{3E278269-6BA7-4526-953C-E174BCCDE7C6}" destId="{3AF5AFCE-FCC3-4879-A8DD-B1129E9D8F02}" srcOrd="0" destOrd="0" presId="urn:microsoft.com/office/officeart/2008/layout/LinedList"/>
    <dgm:cxn modelId="{F93FA236-8565-44A4-8D16-7AD9D36B912A}" type="presOf" srcId="{15EDD0D0-A658-4105-A037-381BFFF04199}" destId="{0BE303B2-3088-4933-B66B-FF370E8C67FB}" srcOrd="0" destOrd="0" presId="urn:microsoft.com/office/officeart/2008/layout/LinedList"/>
    <dgm:cxn modelId="{9DB28241-0EB2-48BB-BF82-8154FBA05732}" type="presOf" srcId="{7251AF0B-7566-4F93-8F11-60EF397E1FDB}" destId="{D26C1C84-8B07-4248-A83B-1E4C175CC878}" srcOrd="0" destOrd="0" presId="urn:microsoft.com/office/officeart/2008/layout/LinedList"/>
    <dgm:cxn modelId="{5D176548-1814-4E72-A1A9-CBB373CC6A3E}" srcId="{7251AF0B-7566-4F93-8F11-60EF397E1FDB}" destId="{15EDD0D0-A658-4105-A037-381BFFF04199}" srcOrd="4" destOrd="0" parTransId="{E8F03A0C-54F0-4342-8E8A-10778721ADA8}" sibTransId="{DE3D8461-DB06-48F6-BBA6-D92516B03C89}"/>
    <dgm:cxn modelId="{F9C19D68-493F-42E2-83CA-5B89269F731D}" type="presOf" srcId="{FFFB07CA-DB4A-4CCE-B0CC-4118AEC53030}" destId="{D393DF67-FB9A-4C1A-BFD4-2B219A67FE65}" srcOrd="0" destOrd="0" presId="urn:microsoft.com/office/officeart/2008/layout/LinedList"/>
    <dgm:cxn modelId="{A1EBAF8A-16D2-49A5-A554-9CA8F3893A14}" srcId="{7251AF0B-7566-4F93-8F11-60EF397E1FDB}" destId="{FFFB07CA-DB4A-4CCE-B0CC-4118AEC53030}" srcOrd="1" destOrd="0" parTransId="{714F98E8-6E7C-47B0-B986-F34A3763ABBF}" sibTransId="{AE5FDEF9-E3B6-4BFD-ACA4-56A76E1277BE}"/>
    <dgm:cxn modelId="{A89B29C2-75BF-453D-896E-8D1204C3656F}" srcId="{7251AF0B-7566-4F93-8F11-60EF397E1FDB}" destId="{FCE64B82-3426-41C8-A8CC-6A25E50342ED}" srcOrd="3" destOrd="0" parTransId="{2E81C5AD-6022-4E78-BBCC-98798BAF5902}" sibTransId="{1FAC239C-D82E-48F3-9373-59CDCC62F00A}"/>
    <dgm:cxn modelId="{483F68E0-CF6C-456E-A1BE-EA1643DC5F4B}" type="presOf" srcId="{A50EE7B2-107F-4FA8-AEC4-5B18227583F3}" destId="{69062246-CD9D-4A02-9D93-FB5A7BEF7F5E}" srcOrd="0" destOrd="0" presId="urn:microsoft.com/office/officeart/2008/layout/LinedList"/>
    <dgm:cxn modelId="{BA1864E5-92D2-4A21-BADA-7F5D1D2A0AB0}" srcId="{7251AF0B-7566-4F93-8F11-60EF397E1FDB}" destId="{3E278269-6BA7-4526-953C-E174BCCDE7C6}" srcOrd="2" destOrd="0" parTransId="{D952F522-0D51-4B4A-8721-F9204EC80B8B}" sibTransId="{615E7FE1-5CB6-49C3-B4F2-42BFAE1E8323}"/>
    <dgm:cxn modelId="{754938E9-8D32-41BF-8050-805A5B7E0E80}" type="presOf" srcId="{FCE64B82-3426-41C8-A8CC-6A25E50342ED}" destId="{50FBEBB6-EC93-4914-BD12-776C8A2E8D0E}" srcOrd="0" destOrd="0" presId="urn:microsoft.com/office/officeart/2008/layout/LinedList"/>
    <dgm:cxn modelId="{E198D1FC-DD4E-48EA-80DD-2B02258ABA24}" srcId="{7251AF0B-7566-4F93-8F11-60EF397E1FDB}" destId="{A50EE7B2-107F-4FA8-AEC4-5B18227583F3}" srcOrd="0" destOrd="0" parTransId="{4A84C358-FFB6-4001-A1A7-598455A7C357}" sibTransId="{77872095-CECC-4A84-AF61-08F08FF42F2E}"/>
    <dgm:cxn modelId="{6D2A4ABF-FC4B-4603-972A-6E6D29838AE2}" type="presParOf" srcId="{D26C1C84-8B07-4248-A83B-1E4C175CC878}" destId="{8FA6C630-A553-4A82-B1EA-DBC9BDC64ACF}" srcOrd="0" destOrd="0" presId="urn:microsoft.com/office/officeart/2008/layout/LinedList"/>
    <dgm:cxn modelId="{830566B3-2A86-4CF0-8C11-93323FFDD2D1}" type="presParOf" srcId="{D26C1C84-8B07-4248-A83B-1E4C175CC878}" destId="{C43F9806-FB53-4FE7-88FE-137DE499FC3E}" srcOrd="1" destOrd="0" presId="urn:microsoft.com/office/officeart/2008/layout/LinedList"/>
    <dgm:cxn modelId="{5D3CE054-8180-4F08-8106-5D6EB6835654}" type="presParOf" srcId="{C43F9806-FB53-4FE7-88FE-137DE499FC3E}" destId="{69062246-CD9D-4A02-9D93-FB5A7BEF7F5E}" srcOrd="0" destOrd="0" presId="urn:microsoft.com/office/officeart/2008/layout/LinedList"/>
    <dgm:cxn modelId="{708078E5-BE3B-48F2-8AC5-83A3744A220E}" type="presParOf" srcId="{C43F9806-FB53-4FE7-88FE-137DE499FC3E}" destId="{4653DEFB-82E1-4FE6-BE04-96AECC375302}" srcOrd="1" destOrd="0" presId="urn:microsoft.com/office/officeart/2008/layout/LinedList"/>
    <dgm:cxn modelId="{3F197AB1-2C7E-437B-B88C-7A63AD663E6D}" type="presParOf" srcId="{D26C1C84-8B07-4248-A83B-1E4C175CC878}" destId="{33F02D4F-B0FE-44A2-B5CF-A4E7AA9DB681}" srcOrd="2" destOrd="0" presId="urn:microsoft.com/office/officeart/2008/layout/LinedList"/>
    <dgm:cxn modelId="{E24FB403-BC87-4E1A-9E52-ED7BFB153B85}" type="presParOf" srcId="{D26C1C84-8B07-4248-A83B-1E4C175CC878}" destId="{FF97BA79-D82E-4D92-8190-5D2E4E130D00}" srcOrd="3" destOrd="0" presId="urn:microsoft.com/office/officeart/2008/layout/LinedList"/>
    <dgm:cxn modelId="{C3E1CD9F-4612-4D6D-B75F-6A9FD80B0364}" type="presParOf" srcId="{FF97BA79-D82E-4D92-8190-5D2E4E130D00}" destId="{D393DF67-FB9A-4C1A-BFD4-2B219A67FE65}" srcOrd="0" destOrd="0" presId="urn:microsoft.com/office/officeart/2008/layout/LinedList"/>
    <dgm:cxn modelId="{01629E34-FD69-44CD-9D8C-46C2A6180B33}" type="presParOf" srcId="{FF97BA79-D82E-4D92-8190-5D2E4E130D00}" destId="{90FE9521-E0EA-4730-8E29-F24574FEBF59}" srcOrd="1" destOrd="0" presId="urn:microsoft.com/office/officeart/2008/layout/LinedList"/>
    <dgm:cxn modelId="{620B1513-67E0-4AFE-8E47-88E3765FBEAC}" type="presParOf" srcId="{D26C1C84-8B07-4248-A83B-1E4C175CC878}" destId="{B69555D1-FBB1-40D7-97A0-090854D36856}" srcOrd="4" destOrd="0" presId="urn:microsoft.com/office/officeart/2008/layout/LinedList"/>
    <dgm:cxn modelId="{04C9FEEA-2D09-4B19-98FF-155070BBFEB0}" type="presParOf" srcId="{D26C1C84-8B07-4248-A83B-1E4C175CC878}" destId="{F9E49526-1CE2-4A88-BCCF-370B906F99E7}" srcOrd="5" destOrd="0" presId="urn:microsoft.com/office/officeart/2008/layout/LinedList"/>
    <dgm:cxn modelId="{125D8DBA-B1E3-4524-AE68-731698BAE396}" type="presParOf" srcId="{F9E49526-1CE2-4A88-BCCF-370B906F99E7}" destId="{3AF5AFCE-FCC3-4879-A8DD-B1129E9D8F02}" srcOrd="0" destOrd="0" presId="urn:microsoft.com/office/officeart/2008/layout/LinedList"/>
    <dgm:cxn modelId="{668C288B-8896-47A8-95E9-6583269E5162}" type="presParOf" srcId="{F9E49526-1CE2-4A88-BCCF-370B906F99E7}" destId="{33196AF8-417A-462F-A1C5-924669AE0C86}" srcOrd="1" destOrd="0" presId="urn:microsoft.com/office/officeart/2008/layout/LinedList"/>
    <dgm:cxn modelId="{AACB8148-BBC2-418F-8398-FF352A934718}" type="presParOf" srcId="{D26C1C84-8B07-4248-A83B-1E4C175CC878}" destId="{309405CB-F955-424A-AAEF-EA022B9CA9C6}" srcOrd="6" destOrd="0" presId="urn:microsoft.com/office/officeart/2008/layout/LinedList"/>
    <dgm:cxn modelId="{189C0880-007D-4226-A47A-9DD5B712E479}" type="presParOf" srcId="{D26C1C84-8B07-4248-A83B-1E4C175CC878}" destId="{272E39D1-81C7-4AD6-8430-531E284908F5}" srcOrd="7" destOrd="0" presId="urn:microsoft.com/office/officeart/2008/layout/LinedList"/>
    <dgm:cxn modelId="{9F44F311-1A0A-40DC-9A9E-3468ECD6AD9C}" type="presParOf" srcId="{272E39D1-81C7-4AD6-8430-531E284908F5}" destId="{50FBEBB6-EC93-4914-BD12-776C8A2E8D0E}" srcOrd="0" destOrd="0" presId="urn:microsoft.com/office/officeart/2008/layout/LinedList"/>
    <dgm:cxn modelId="{0299E58D-D48A-4B23-8F9C-7B3CCEBF22F2}" type="presParOf" srcId="{272E39D1-81C7-4AD6-8430-531E284908F5}" destId="{5D495263-F941-474E-9B3D-15C69BA8777B}" srcOrd="1" destOrd="0" presId="urn:microsoft.com/office/officeart/2008/layout/LinedList"/>
    <dgm:cxn modelId="{993A9336-3623-4FC9-8ACA-CA08D1519A8D}" type="presParOf" srcId="{D26C1C84-8B07-4248-A83B-1E4C175CC878}" destId="{DD743449-41C5-4932-9963-2F95558F0038}" srcOrd="8" destOrd="0" presId="urn:microsoft.com/office/officeart/2008/layout/LinedList"/>
    <dgm:cxn modelId="{478385F9-A71D-4C35-895D-C269E257F9B4}" type="presParOf" srcId="{D26C1C84-8B07-4248-A83B-1E4C175CC878}" destId="{A077D5D6-6F3D-43FB-8794-8D19053DD3F8}" srcOrd="9" destOrd="0" presId="urn:microsoft.com/office/officeart/2008/layout/LinedList"/>
    <dgm:cxn modelId="{3E65493B-CF41-4EFC-869F-16676F79CB0D}" type="presParOf" srcId="{A077D5D6-6F3D-43FB-8794-8D19053DD3F8}" destId="{0BE303B2-3088-4933-B66B-FF370E8C67FB}" srcOrd="0" destOrd="0" presId="urn:microsoft.com/office/officeart/2008/layout/LinedList"/>
    <dgm:cxn modelId="{F7D6078E-42F2-4A0F-BBBB-8F0F6665E6EC}" type="presParOf" srcId="{A077D5D6-6F3D-43FB-8794-8D19053DD3F8}" destId="{F9A17AE3-6234-44C6-961E-37ADCDC4D2B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6C630-A553-4A82-B1EA-DBC9BDC64ACF}">
      <dsp:nvSpPr>
        <dsp:cNvPr id="0" name=""/>
        <dsp:cNvSpPr/>
      </dsp:nvSpPr>
      <dsp:spPr>
        <a:xfrm>
          <a:off x="0" y="534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062246-CD9D-4A02-9D93-FB5A7BEF7F5E}">
      <dsp:nvSpPr>
        <dsp:cNvPr id="0" name=""/>
        <dsp:cNvSpPr/>
      </dsp:nvSpPr>
      <dsp:spPr>
        <a:xfrm>
          <a:off x="0" y="534"/>
          <a:ext cx="6900512" cy="876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Introductions</a:t>
          </a:r>
        </a:p>
      </dsp:txBody>
      <dsp:txXfrm>
        <a:off x="0" y="534"/>
        <a:ext cx="6900512" cy="876044"/>
      </dsp:txXfrm>
    </dsp:sp>
    <dsp:sp modelId="{33F02D4F-B0FE-44A2-B5CF-A4E7AA9DB681}">
      <dsp:nvSpPr>
        <dsp:cNvPr id="0" name=""/>
        <dsp:cNvSpPr/>
      </dsp:nvSpPr>
      <dsp:spPr>
        <a:xfrm>
          <a:off x="0" y="876579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3DF67-FB9A-4C1A-BFD4-2B219A67FE65}">
      <dsp:nvSpPr>
        <dsp:cNvPr id="0" name=""/>
        <dsp:cNvSpPr/>
      </dsp:nvSpPr>
      <dsp:spPr>
        <a:xfrm>
          <a:off x="0" y="876579"/>
          <a:ext cx="6900512" cy="876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What are we doing today?</a:t>
          </a:r>
        </a:p>
      </dsp:txBody>
      <dsp:txXfrm>
        <a:off x="0" y="876579"/>
        <a:ext cx="6900512" cy="876044"/>
      </dsp:txXfrm>
    </dsp:sp>
    <dsp:sp modelId="{B69555D1-FBB1-40D7-97A0-090854D36856}">
      <dsp:nvSpPr>
        <dsp:cNvPr id="0" name=""/>
        <dsp:cNvSpPr/>
      </dsp:nvSpPr>
      <dsp:spPr>
        <a:xfrm>
          <a:off x="0" y="1752624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F5AFCE-FCC3-4879-A8DD-B1129E9D8F02}">
      <dsp:nvSpPr>
        <dsp:cNvPr id="0" name=""/>
        <dsp:cNvSpPr/>
      </dsp:nvSpPr>
      <dsp:spPr>
        <a:xfrm>
          <a:off x="0" y="1752624"/>
          <a:ext cx="6900512" cy="876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Demo</a:t>
          </a:r>
        </a:p>
      </dsp:txBody>
      <dsp:txXfrm>
        <a:off x="0" y="1752624"/>
        <a:ext cx="6900512" cy="876044"/>
      </dsp:txXfrm>
    </dsp:sp>
    <dsp:sp modelId="{309405CB-F955-424A-AAEF-EA022B9CA9C6}">
      <dsp:nvSpPr>
        <dsp:cNvPr id="0" name=""/>
        <dsp:cNvSpPr/>
      </dsp:nvSpPr>
      <dsp:spPr>
        <a:xfrm>
          <a:off x="0" y="2628668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FBEBB6-EC93-4914-BD12-776C8A2E8D0E}">
      <dsp:nvSpPr>
        <dsp:cNvPr id="0" name=""/>
        <dsp:cNvSpPr/>
      </dsp:nvSpPr>
      <dsp:spPr>
        <a:xfrm>
          <a:off x="0" y="2628668"/>
          <a:ext cx="6900512" cy="876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Labs</a:t>
          </a:r>
        </a:p>
      </dsp:txBody>
      <dsp:txXfrm>
        <a:off x="0" y="2628668"/>
        <a:ext cx="6900512" cy="876044"/>
      </dsp:txXfrm>
    </dsp:sp>
    <dsp:sp modelId="{DD743449-41C5-4932-9963-2F95558F0038}">
      <dsp:nvSpPr>
        <dsp:cNvPr id="0" name=""/>
        <dsp:cNvSpPr/>
      </dsp:nvSpPr>
      <dsp:spPr>
        <a:xfrm>
          <a:off x="0" y="3504713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303B2-3088-4933-B66B-FF370E8C67FB}">
      <dsp:nvSpPr>
        <dsp:cNvPr id="0" name=""/>
        <dsp:cNvSpPr/>
      </dsp:nvSpPr>
      <dsp:spPr>
        <a:xfrm>
          <a:off x="0" y="3504713"/>
          <a:ext cx="6900512" cy="876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Next Steps</a:t>
          </a:r>
        </a:p>
      </dsp:txBody>
      <dsp:txXfrm>
        <a:off x="0" y="3504713"/>
        <a:ext cx="6900512" cy="8760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6/8/2022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6/7/2022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596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6/7/2022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FBB8-1FCE-4592-9512-54B7B4676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5D39F-3278-426A-9A07-4AD51D2B3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EAB92-12FB-494B-ADD4-C4BB502F6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459A-AA26-4610-AC30-F68496ECCEE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D1965-1EE4-4D0F-81F5-5058968FE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242C1-13AC-4594-A8E8-B65D5FC6A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C0A12-9EFD-4A4B-AC95-10FF35253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612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9AD58-56B2-4CB3-9AE4-73A7BEE3B7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11E217-E667-4537-A81C-738505CD4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9FD3F-3F0E-489A-A729-6B673E2E1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459A-AA26-4610-AC30-F68496ECCEE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8B512-466D-4C55-BCEE-2A55307A6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F2B6F-E756-4101-95F1-BACB276D5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C0A12-9EFD-4A4B-AC95-10FF35253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205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FBB8-1FCE-4592-9512-54B7B4676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5D39F-3278-426A-9A07-4AD51D2B3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EAB92-12FB-494B-ADD4-C4BB502F6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459A-AA26-4610-AC30-F68496ECCEE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D1965-1EE4-4D0F-81F5-5058968FE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242C1-13AC-4594-A8E8-B65D5FC6A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C0A12-9EFD-4A4B-AC95-10FF35253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92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D8077-B010-4B17-B952-5CB22105B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18610-7BFC-4F16-B527-4BE3FDCC2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55120-BD1E-490C-84E6-4BE1C7C6B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459A-AA26-4610-AC30-F68496ECCEE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58343-2529-4D42-814A-7CD5CCC45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82A9E-15A4-447D-88E1-B63929221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C0A12-9EFD-4A4B-AC95-10FF35253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64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1B3CC-2AFE-4ED1-B223-AA12C51B1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C795E-257A-4AFB-ABC4-FF67E6BF0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83229-81CF-4CF4-A552-4481E3CCDF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120FC-86B7-4962-9739-3AC9B0B4F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459A-AA26-4610-AC30-F68496ECCEE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E314A-0BC2-4E05-BF19-DF136D586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3A67E4-F62B-4B5C-9CD3-C157493F1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C0A12-9EFD-4A4B-AC95-10FF35253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153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5F7BF-5907-4B6D-B9AB-4CF49EC9C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790A9-9E78-4C32-B0A2-D329E8C53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4C048C-F4F5-4735-A707-531E8E68B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90BB88-C177-4A80-9E1B-BCA5BD965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BF450-B926-40F8-AE98-9C96CBAFB4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7DCD91-0A09-4528-B7EA-BDD928EAC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459A-AA26-4610-AC30-F68496ECCEE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634591-C84D-4977-947F-278643C7F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6CBA8E-3DB4-47C6-B23B-642E29927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C0A12-9EFD-4A4B-AC95-10FF35253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23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443BF-51A5-4A61-96BC-1E8D834CD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3E0A0C-D32C-44A9-BFAB-F7B8D259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459A-AA26-4610-AC30-F68496ECCEE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729AF4-6ECF-475B-ACAB-91286FF7E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E37E22-0D3F-40AE-BC56-6962B52F7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C0A12-9EFD-4A4B-AC95-10FF35253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28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CB17A4-4A49-4774-9EFC-E15A0E559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459A-AA26-4610-AC30-F68496ECCEE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9E0895-FB9B-4E06-BA10-34300BA8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432F3-DE2A-4C67-B20F-1EDEAA620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C0A12-9EFD-4A4B-AC95-10FF35253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58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4ACEA-A44B-42C5-85EB-4B46BC63B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1A537-EC93-4C5E-83FD-EB87FA3E0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9A579-053A-465C-A01F-F06013605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90724-D4CB-4048-B8E0-78106D3B9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459A-AA26-4610-AC30-F68496ECCEE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D94DB-C44D-491D-9EE8-03458C5F3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09269-9B40-43FA-B0BD-66868DB4F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C0A12-9EFD-4A4B-AC95-10FF35253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73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DB7B8-BB6B-40BE-B2A6-769C6A814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65A151-692A-491B-BC4D-B663D4BC49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FA42A-6FE9-4BBE-9218-5F8B4C4CD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9A80A-2189-45F0-9B3E-1E42EB6F0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459A-AA26-4610-AC30-F68496ECCEE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AE5B0-7A64-4F1F-A4B8-E89F01CAC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08E1E-2B6E-413B-AFAC-18387327B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C0A12-9EFD-4A4B-AC95-10FF35253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46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1B99B-3E25-465D-9FF6-ED83B11A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4F6313-BE48-41A6-B7E2-E2B2D482C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7B1CB-6020-48E9-BABA-20DAB279B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459A-AA26-4610-AC30-F68496ECCEE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CF7A-DA9D-4BCB-96E7-266611A07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55B63-8712-4909-9973-6EFBDD9C0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C0A12-9EFD-4A4B-AC95-10FF35253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216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74B2DE-1CE6-41E7-A53C-9F285A0533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D1F75-4D09-472F-8A77-5DF2E1EAF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BF212-EC34-4F93-BF08-F14A98697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A459A-AA26-4610-AC30-F68496ECCEE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8BD37-0638-4883-9C9D-66B122EFF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083C0-FF9F-4D8B-B22C-4942AF137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C0A12-9EFD-4A4B-AC95-10FF35253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10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52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6/7/2022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B22B8C-A3F5-4CAE-85A9-E4A1199D6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B6840-B251-4D1A-81F8-332220AFE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9B0CE-5FCF-4294-8A78-D4417570D3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A459A-AA26-4610-AC30-F68496ECCEE6}" type="datetimeFigureOut">
              <a:rPr lang="en-US" smtClean="0"/>
              <a:t>6/7/2022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30976-D9F6-4B50-9D60-AF82579DF9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D0C3C-7B34-4BA4-8AFC-3061F7AB3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C0A12-9EFD-4A4B-AC95-10FF35253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463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2.xml"/><Relationship Id="rId5" Type="http://schemas.openxmlformats.org/officeDocument/2006/relationships/hyperlink" Target="https://forms.office.com/Pages/DesignPageV2.aspx?subpage=design&amp;token=dd738209f2824cb6a60d6ae61900b5ae&amp;id=v4j5cvGGr0GRqy180BHbR_ycdM3VI41NjrO_v1Mx0-dUQzdRV1lZRFhLQTFUS0NPU0dKUFdDUkhBNC4u&amp;topview=Preview" TargetMode="External"/><Relationship Id="rId4" Type="http://schemas.openxmlformats.org/officeDocument/2006/relationships/hyperlink" Target="https://github.com/iamjenetzler/pbifinanceml/tree/main/user%20fil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79" y="224176"/>
            <a:ext cx="11851804" cy="6383102"/>
          </a:xfrm>
        </p:spPr>
        <p:txBody>
          <a:bodyPr anchor="ctr" anchorCtr="0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Machine Learning in Finance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27FCD226-478B-4FB0-A27D-662667C2FF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1217851"/>
              </p:ext>
            </p:extLst>
          </p:nvPr>
        </p:nvGraphicFramePr>
        <p:xfrm>
          <a:off x="730846" y="1807469"/>
          <a:ext cx="6900512" cy="43812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86B4A0C-766E-4E39-B226-8C89A37940A8}"/>
              </a:ext>
            </a:extLst>
          </p:cNvPr>
          <p:cNvSpPr txBox="1"/>
          <p:nvPr/>
        </p:nvSpPr>
        <p:spPr>
          <a:xfrm>
            <a:off x="836939" y="437792"/>
            <a:ext cx="70766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553022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3EE49-3AD0-4984-AB39-11440D802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0618"/>
          </a:xfrm>
        </p:spPr>
        <p:txBody>
          <a:bodyPr/>
          <a:lstStyle/>
          <a:p>
            <a:r>
              <a:rPr lang="en-US" dirty="0"/>
              <a:t>Architecture 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B04D1BA9-06A9-4809-E7A2-EBD6E4041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748" y="1694685"/>
            <a:ext cx="8858504" cy="4548668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89109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3EE49-3AD0-4984-AB39-11440D802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095" y="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US" sz="3700" dirty="0"/>
              <a:t>Raw Data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F8B311E-ADC9-49CE-92E6-781C3A81B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607" y="949375"/>
            <a:ext cx="18626929" cy="46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77BCA3D-04BF-3499-9E8E-2736C457F9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564058"/>
              </p:ext>
            </p:extLst>
          </p:nvPr>
        </p:nvGraphicFramePr>
        <p:xfrm>
          <a:off x="843607" y="949376"/>
          <a:ext cx="10376965" cy="5908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2182564" imgH="6500860" progId="Paint.Picture">
                  <p:embed/>
                </p:oleObj>
              </mc:Choice>
              <mc:Fallback>
                <p:oleObj name="Bitmap Image" r:id="rId2" imgW="12182564" imgH="6500860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607" y="949376"/>
                        <a:ext cx="10376965" cy="59086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1178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3EE49-3AD0-4984-AB39-11440D802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094" y="0"/>
            <a:ext cx="7400671" cy="1128068"/>
          </a:xfrm>
        </p:spPr>
        <p:txBody>
          <a:bodyPr anchor="ctr">
            <a:normAutofit/>
          </a:bodyPr>
          <a:lstStyle/>
          <a:p>
            <a:r>
              <a:rPr lang="en-US" sz="3700" dirty="0"/>
              <a:t>Navigate Machine Learning Model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F8B311E-ADC9-49CE-92E6-781C3A81B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607" y="949375"/>
            <a:ext cx="18626929" cy="46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FE9876DF-8D6C-968B-2248-6F601328C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79" y="1195362"/>
            <a:ext cx="11676842" cy="537567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E8C836E-CED8-A67F-270F-4AAAB02AA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9593" y="188779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191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3EE49-3AD0-4984-AB39-11440D802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094" y="0"/>
            <a:ext cx="7629271" cy="1128068"/>
          </a:xfrm>
        </p:spPr>
        <p:txBody>
          <a:bodyPr anchor="ctr">
            <a:normAutofit/>
          </a:bodyPr>
          <a:lstStyle/>
          <a:p>
            <a:r>
              <a:rPr lang="en-US" sz="3700" dirty="0"/>
              <a:t>Navigate Machine Learning Model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F8B311E-ADC9-49CE-92E6-781C3A81B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607" y="949375"/>
            <a:ext cx="18626929" cy="46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8C836E-CED8-A67F-270F-4AAAB02AA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9593" y="188779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00AF2D9-0369-C740-0BA4-A3CDF443B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021" y="1352144"/>
            <a:ext cx="1558154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6DF3E40-7C0A-2458-FEDB-58BBB31184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6971181"/>
              </p:ext>
            </p:extLst>
          </p:nvPr>
        </p:nvGraphicFramePr>
        <p:xfrm>
          <a:off x="535021" y="1352144"/>
          <a:ext cx="11001214" cy="4644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1430083" imgH="4824448" progId="Paint.Picture">
                  <p:embed/>
                </p:oleObj>
              </mc:Choice>
              <mc:Fallback>
                <p:oleObj name="Bitmap Image" r:id="rId2" imgW="11430083" imgH="4824448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021" y="1352144"/>
                        <a:ext cx="11001214" cy="46449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1085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3EE49-3AD0-4984-AB39-11440D802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095" y="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US" sz="3700" dirty="0"/>
              <a:t>Navigate the ML Model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F8B311E-ADC9-49CE-92E6-781C3A81B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607" y="949375"/>
            <a:ext cx="18626929" cy="46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8C836E-CED8-A67F-270F-4AAAB02AA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9593" y="188779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79DB3EFF-CBFE-394D-2EC5-C2520B7D5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280" y="1264630"/>
            <a:ext cx="5763637" cy="544544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01443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3EE49-3AD0-4984-AB39-11440D802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095" y="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US" sz="3700" dirty="0"/>
              <a:t>Invoke the Model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F8B311E-ADC9-49CE-92E6-781C3A81B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607" y="949375"/>
            <a:ext cx="18626929" cy="46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8C836E-CED8-A67F-270F-4AAAB02AA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9593" y="188779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EDACC35-9EB3-0122-1862-043596E86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83" y="1347015"/>
            <a:ext cx="10275188" cy="497109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30939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579" y="224176"/>
            <a:ext cx="11851804" cy="6383102"/>
          </a:xfrm>
        </p:spPr>
        <p:txBody>
          <a:bodyPr anchor="ctr" anchorCtr="0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Student Lab – </a:t>
            </a:r>
            <a:r>
              <a:rPr lang="en-US" sz="4800" dirty="0" err="1">
                <a:solidFill>
                  <a:schemeClr val="bg1"/>
                </a:solidFill>
              </a:rPr>
              <a:t>Github</a:t>
            </a:r>
            <a:r>
              <a:rPr lang="en-US" sz="4800" dirty="0">
                <a:solidFill>
                  <a:schemeClr val="bg1"/>
                </a:solidFill>
              </a:rPr>
              <a:t>: </a:t>
            </a:r>
            <a:r>
              <a:rPr lang="en-US" sz="4800" dirty="0">
                <a:solidFill>
                  <a:schemeClr val="bg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https://github.com/iamjenetzler/pbifinanceml/tree/main/user%20files</a:t>
            </a:r>
            <a:br>
              <a:rPr lang="en-US" sz="4800" dirty="0">
                <a:solidFill>
                  <a:schemeClr val="bg2"/>
                </a:solidFill>
              </a:rPr>
            </a:br>
            <a:br>
              <a:rPr lang="en-US" sz="4800" dirty="0">
                <a:solidFill>
                  <a:schemeClr val="bg2"/>
                </a:solidFill>
              </a:rPr>
            </a:br>
            <a:br>
              <a:rPr lang="en-US" sz="4800" dirty="0">
                <a:solidFill>
                  <a:schemeClr val="bg2"/>
                </a:solidFill>
              </a:rPr>
            </a:br>
            <a:r>
              <a:rPr lang="en-US" sz="4800" dirty="0">
                <a:solidFill>
                  <a:schemeClr val="bg2"/>
                </a:solidFill>
              </a:rPr>
              <a:t>Please provide feed back by clicking-&gt; </a:t>
            </a:r>
            <a:r>
              <a:rPr lang="en-US" sz="48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Feedback</a:t>
            </a:r>
            <a:br>
              <a:rPr lang="en-US" sz="4800" dirty="0">
                <a:solidFill>
                  <a:schemeClr val="bg2"/>
                </a:solidFill>
              </a:rPr>
            </a:br>
            <a:br>
              <a:rPr lang="en-US" sz="4800" dirty="0">
                <a:solidFill>
                  <a:schemeClr val="bg2"/>
                </a:solidFill>
              </a:rPr>
            </a:br>
            <a:br>
              <a:rPr lang="en-US" sz="4800" dirty="0">
                <a:solidFill>
                  <a:schemeClr val="bg2"/>
                </a:solidFill>
              </a:rPr>
            </a:br>
            <a:endParaRPr lang="en-US" sz="4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813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F25A0713-A64B-439B-91E9-551CE2BAEA8D}" vid="{FD9CE0B8-0910-4446-AF74-F335AEE71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6FD3A2B90BCE4B8AC88D3EDAB916FA" ma:contentTypeVersion="2" ma:contentTypeDescription="Create a new document." ma:contentTypeScope="" ma:versionID="ea8a86a48652fc093cbbca9998577fb5">
  <xsd:schema xmlns:xsd="http://www.w3.org/2001/XMLSchema" xmlns:xs="http://www.w3.org/2001/XMLSchema" xmlns:p="http://schemas.microsoft.com/office/2006/metadata/properties" xmlns:ns3="8c738f01-8432-4a68-b72c-4f229a66f780" targetNamespace="http://schemas.microsoft.com/office/2006/metadata/properties" ma:root="true" ma:fieldsID="3906a8bc1cfdb92c9986539f2d7437de" ns3:_="">
    <xsd:import namespace="8c738f01-8432-4a68-b72c-4f229a66f7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738f01-8432-4a68-b72c-4f229a66f7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9955A91-CA35-4FB0-A806-1E73E92954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738f01-8432-4a68-b72c-4f229a66f7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0072C5-DDE0-4258-BA7A-4D4B80DFA632}">
  <ds:schemaRefs>
    <ds:schemaRef ds:uri="http://purl.org/dc/terms/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8c738f01-8432-4a68-b72c-4f229a66f780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{24E619B8-9FC5-4EAF-9C4C-EDB18D06418F}tf10001108_win32</Template>
  <TotalTime>18934</TotalTime>
  <Words>72</Words>
  <Application>Microsoft Office PowerPoint</Application>
  <PresentationFormat>Widescreen</PresentationFormat>
  <Paragraphs>16</Paragraphs>
  <Slides>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Segoe UI</vt:lpstr>
      <vt:lpstr>Segoe UI Light</vt:lpstr>
      <vt:lpstr>WelcomeDoc</vt:lpstr>
      <vt:lpstr>Office Theme</vt:lpstr>
      <vt:lpstr>Bitmap Image</vt:lpstr>
      <vt:lpstr>Machine Learning in Finance</vt:lpstr>
      <vt:lpstr>PowerPoint Presentation</vt:lpstr>
      <vt:lpstr>Architecture </vt:lpstr>
      <vt:lpstr>Raw Data</vt:lpstr>
      <vt:lpstr>Navigate Machine Learning Model</vt:lpstr>
      <vt:lpstr>Navigate Machine Learning Model</vt:lpstr>
      <vt:lpstr>Navigate the ML Model</vt:lpstr>
      <vt:lpstr>Invoke the Model</vt:lpstr>
      <vt:lpstr>Student Lab – Github: https://github.com/iamjenetzler/pbifinanceml/tree/main/user%20files   Please provide feed back by clicking-&gt; Feedback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PowerPoint</dc:title>
  <dc:creator>Pradeep Ramadasan</dc:creator>
  <cp:keywords/>
  <cp:lastModifiedBy>Alp Kaya</cp:lastModifiedBy>
  <cp:revision>73</cp:revision>
  <cp:lastPrinted>2020-12-01T22:10:38Z</cp:lastPrinted>
  <dcterms:created xsi:type="dcterms:W3CDTF">2020-11-12T20:14:43Z</dcterms:created>
  <dcterms:modified xsi:type="dcterms:W3CDTF">2022-06-08T22:16:03Z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0x010100156FD3A2B90BCE4B8AC88D3EDAB916FA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etDate">
    <vt:lpwstr>2020-11-12T20:14:45Z</vt:lpwstr>
  </property>
  <property fmtid="{D5CDD505-2E9C-101B-9397-08002B2CF9AE}" pid="5" name="MSIP_Label_f42aa342-8706-4288-bd11-ebb85995028c_Method">
    <vt:lpwstr>Standard</vt:lpwstr>
  </property>
  <property fmtid="{D5CDD505-2E9C-101B-9397-08002B2CF9AE}" pid="6" name="MSIP_Label_f42aa342-8706-4288-bd11-ebb85995028c_Name">
    <vt:lpwstr>Internal</vt:lpwstr>
  </property>
  <property fmtid="{D5CDD505-2E9C-101B-9397-08002B2CF9AE}" pid="7" name="MSIP_Label_f42aa342-8706-4288-bd11-ebb85995028c_SiteId">
    <vt:lpwstr>72f988bf-86f1-41af-91ab-2d7cd011db47</vt:lpwstr>
  </property>
  <property fmtid="{D5CDD505-2E9C-101B-9397-08002B2CF9AE}" pid="8" name="MSIP_Label_f42aa342-8706-4288-bd11-ebb85995028c_ActionId">
    <vt:lpwstr>231cdd3a-b8fc-49ee-9908-48b39e6f11fe</vt:lpwstr>
  </property>
  <property fmtid="{D5CDD505-2E9C-101B-9397-08002B2CF9AE}" pid="9" name="MSIP_Label_f42aa342-8706-4288-bd11-ebb85995028c_ContentBits">
    <vt:lpwstr>0</vt:lpwstr>
  </property>
</Properties>
</file>